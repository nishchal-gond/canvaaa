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9E1C-56FE-41EE-B96B-C5769E0B3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BEA74-7D63-4ECD-8684-B1F583B14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80997-2ADB-4C80-B7B8-E429B8A7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AC7F3-4425-4C11-A8B1-0BA1AA94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49E4F-6200-456B-91D2-006C88A7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827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46AC-CD42-4E2A-918D-F78B119F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01024-43CA-4CC5-901C-3DAD5C700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7B2F0-D3C9-44E6-9211-296889EC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D7577-4CBB-4E48-9660-636E2EB6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8523-B783-4545-92ED-718C6F71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21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6BC8-1FB6-447E-BB9B-671FC033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3B39-FD0A-48CD-9682-10C22364E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2F1C-DD5F-4C83-96A0-94C2069E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5FF7-8DF9-4735-BDBF-385AAE86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FF52A-BC9D-4350-91AD-8F07356A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4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43FD-F0F6-41E8-BC07-F9C884AF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79EF-FED2-4B29-957C-15859D910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A8656-A1BA-4757-99F0-F5D5F3474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87D05-11E2-432E-815B-FBAFCA2C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A24C8-4442-4BD0-9CA9-6A9CC884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D81E1-8778-4E6E-983F-7DCE52BF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09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01AD-D2F4-4208-814F-5D417083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1869D-4450-461C-ACDB-A73B5E736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08F3A-4B17-40D4-89B0-566C693F3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E65BB-445C-4CFA-AD32-A510396AA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541C4-5025-4930-AB5E-070AAB2CE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AEAE8-7715-4C62-8103-8511ADEE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A0284-B4F8-4038-980B-98BCB8AC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CAAFF-EC88-43B8-893E-726D5C2B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2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C103-30BB-4BD1-8DEF-9302DB0C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6646B-3477-4750-A4BA-8D009752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C7472-A49F-4D0F-8EFD-CB59A859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DC34-E94B-4C45-8194-40390C32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5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6CCB2-FD9F-4E54-928A-5E543B37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C177F-1C58-4D21-BCAB-1CD30BC4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458B0-3F1C-4FB9-8989-DDDAB8B8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4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6298-5455-43D1-8AAE-71184659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91B1-B84C-43D4-86E1-0B2B26B6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6B0C4-9D33-456E-A335-35A6DC1D7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11585-71E9-4BFB-B58D-BAD33177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498CB-98CD-4A8A-997A-2048CD7A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094EB-4B46-4BEC-933F-9CD9A596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3859-76A4-4F58-90A7-5F8FF4012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BEFDF-7190-437F-87AA-FB98E3175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E7539-3E2C-4731-8E30-344288944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D5556-AE4B-4B13-886D-B928638C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4304-3215-4F96-A368-9A17D7A8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8A79-C71E-456B-B342-3A1BAEDA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74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C637-E004-46E0-888E-E569FB34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3BAA2-6362-4728-B45A-D3692AE3A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9A5F1-AB85-47F4-9B77-2B7CE315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7DC8-655C-475E-B2D9-EBD1EF41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D94B-398F-4A62-82AE-15A8AB77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6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FA44F-C7C9-48A6-AE3F-33101ADD6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961DF-9CCD-41B7-8507-F53891651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F8565-414B-4BAA-AC54-95A77FD5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34D9-C99D-462D-B237-4F11DE9E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9F4F1-E76E-4041-B6C1-79AEA2D4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98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DA325-C58D-447B-AAFF-D4647CB3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D889-E6CE-4D2B-A9CD-32E7FA95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37D9D-CC7D-480B-A61A-A8735E974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A617D-1A28-428B-B577-CDC1483C538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1B7C7-14AC-4E84-A58F-0DF6D1C74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5F334-C3DE-49BC-95F0-CDB4E040E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76753-6418-4041-B7A2-13BD35795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6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36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1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Nishchal Gond</dc:creator>
  <cp:lastModifiedBy>Nishchal Gond</cp:lastModifiedBy>
  <cp:revision>1</cp:revision>
  <dcterms:created xsi:type="dcterms:W3CDTF">2026-09-21T12:13:45Z</dcterms:created>
  <dcterms:modified xsi:type="dcterms:W3CDTF">2026-09-21T12:13:45Z</dcterms:modified>
</cp:coreProperties>
</file>